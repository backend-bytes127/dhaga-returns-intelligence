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Dhaga &amp; Co.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CCCCC"/>
                </a:solidFill>
              </a:rPr>
              <a:t>What's hiding in the Other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6B6B"/>
                </a:solidFill>
              </a:rPr>
              <a:t>Group 4  ·  Sat 3 Oct  ·  5:45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206240"/>
            <a:ext cx="393192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400" b="1" i="0">
                <a:solidFill>
                  <a:srgbClr val="FF6B6B"/>
                </a:solidFill>
              </a:rPr>
              <a:t>31%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Of every 100 orders shipped, 31 come 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CCCCC"/>
                </a:solidFill>
              </a:rPr>
              <a:t>We are not here to talk about the return rate.
We are here to talk about why nobody knows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309360"/>
            <a:ext cx="182880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bottleneck has a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645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029200" cy="4114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What the system captures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5EFC4"/>
                </a:solidFill>
              </a:rPr>
              <a:t>✓  Size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5EFC4"/>
                </a:solidFill>
              </a:rPr>
              <a:t>✓  Quality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5EFC4"/>
                </a:solidFill>
              </a:rPr>
              <a:t>✓  Damaged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6B"/>
                </a:solidFill>
              </a:rPr>
              <a:t>✗  Other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411480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"Other" in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 44% of all 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 ~6,500 entries every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 Free text — often Hinglish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86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•  Read by hand, a few hundred at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"Most of it is about fit, but I can only read a few hundred at a time."  — Neha, Category Head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unread looks like at volume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645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This week's Other entries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What Neha sees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47120" cy="685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135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6,500 returns arrive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135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5EFC4"/>
                </a:solidFill>
              </a:rPr>
              <a:t>~200–300 read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1247120" cy="685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365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Fit issues on SKU-KRT-2291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365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Not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1247120" cy="68580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59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Tiruppur-V3 runs large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59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Not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1247120" cy="6858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82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Problem repeats week 5, 7,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82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Not visible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The signal exists. Nobody is reading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loop that keeps running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645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2377440" cy="164592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Return
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8346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6B6B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286000"/>
            <a:ext cx="2377440" cy="164592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423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Logged as
"Other"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8346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6B6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2377440" cy="164592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423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Nobody reads
at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8346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6B6B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2286000"/>
            <a:ext cx="2377440" cy="1645920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42316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Same product
ships again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↑ ─────────────────── loop ───────────────────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6B"/>
                </a:solidFill>
              </a:rPr>
              <a:t>This is what we chose to solve.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it costs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645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12344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17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6B"/>
                </a:solidFill>
              </a:rPr>
              <a:t>₹15 lakh+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Estimated weekly reverse logistics from COD 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1247120" cy="12344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448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6B"/>
                </a:solidFill>
              </a:rPr>
              <a:t>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971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COD return-to-origin rate — each costs ₹120 + loses a delivery slot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47120" cy="123444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078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6B"/>
                </a:solidFill>
              </a:rPr>
              <a:t>6 quarters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434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Repeat purchase stuck at 22% — unresolved fit issues are a driver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CCCC"/>
                </a:solidFill>
              </a:rPr>
              <a:t>48,000 orders/week  ×  31% returns  ×  26% COD RTO  ×  ₹120  =  ₹15 lakh/week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success looks 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645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6B"/>
                </a:solidFill>
              </a:rPr>
              <a:t>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86868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30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Return rate on flagged SKUs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304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Orders table (11M rows, clean)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304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31% overall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11247120" cy="86868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36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"Other" entries with root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936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Returns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936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0%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1247120" cy="868680"/>
          </a:xfrm>
          <a:prstGeom prst="rect">
            <a:avLst/>
          </a:prstGeom>
          <a:solidFill>
            <a:srgbClr val="28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420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Time from signal to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942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Manual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39420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Days to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700"/>
                </a:solidFill>
              </a:rPr>
              <a:t>Target: after 6 weeks, return rate on actioned SKUs falls below category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All measurement uses data Dhaga already holds. No new tracking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It runs without an ML engineer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645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39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</a:rPr>
              <a:t>No model is trained.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69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No weights to maintain. No infrastructure to manage.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471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02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</a:rPr>
              <a:t>Neha uploads a 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2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The tool runs. She gets a dashboard in under 2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112471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65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</a:rPr>
              <a:t>When it's wrong, it says 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95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Low-confidence rows are flagged for Neha's review — never silently passed through.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CCCCCC"/>
                </a:solidFill>
              </a:rPr>
              <a:t>For Dev, CTO: whoever runs this on Monday after we leave — it is a file upload and a button.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6B6B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CCCC"/>
                </a:solidFill>
              </a:rPr>
              <a:t>dhaga-returns-intelligence-gjb4edycvf6wmxypkyv4jq.streamlit.app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We will show you where it gets it wrong — on purpose.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the output gives Neha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645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6B"/>
                </a:solidFill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•  Read 200–300 Other entries manually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•  No view across SKUs or vendors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•  Root cause stays invisible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•  Same fix needed next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5486400" cy="502920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5EFC4"/>
                </a:solidFill>
              </a:rPr>
              <a:t>After this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•  36 entries → structured in 90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•  Cluster: FIT_SIZE on Tiruppur-V3 kurtis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4903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•  Action: flag vendor, update listing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•  Low-confidence rows separated for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 did not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164592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30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6B"/>
                </a:solidFill>
              </a:rPr>
              <a:t>Direct integration with Unicommerce / Freshdesk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11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What it would take: API credentials and data access from Dhaga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94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6B"/>
                </a:solidFill>
              </a:rPr>
              <a:t>410,000 product reviews as synthesis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42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What it would take: Indexed review corpus — enriches root cause significantly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47120" cy="1188720"/>
          </a:xfrm>
          <a:prstGeom prst="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57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6B6B"/>
                </a:solidFill>
              </a:rPr>
              <a:t>Vendor comparison across all 40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872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What it would take: Vendor PO table access — would name specific suppliers 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700"/>
                </a:solidFill>
              </a:rPr>
              <a:t>We built a pilot. Not a production system. That distinction is intentional.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Three things we would want from Dhaga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09360"/>
            <a:ext cx="4114800" cy="508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6B6B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42240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Read access to orders + returns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0340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So the tool runs on live data weekly — not on CSV exports.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6B6B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8544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 4-week pilot with Neha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6644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She acts on flagged SKUs. We measure whether return rate moves.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822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6B6B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3484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One vendor's PO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72948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To test whether supplier-level patterns are visible before we build across all 40.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700"/>
                </a:solidFill>
              </a:rPr>
              <a:t>The signal is already in your data. You have 18 months of reviews and 11 million orders
that have never been asked this question.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