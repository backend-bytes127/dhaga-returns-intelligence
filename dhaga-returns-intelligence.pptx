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FFFFFF"/>
                </a:solidFill>
              </a:rPr>
              <a:t>Dhaga &amp; Co.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834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CCCCCC"/>
                </a:solidFill>
              </a:rPr>
              <a:t>What's hiding in the Other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6B6B"/>
                </a:solidFill>
              </a:rPr>
              <a:t>Group 4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4206240"/>
            <a:ext cx="3931920" cy="381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400" b="1" i="0">
                <a:solidFill>
                  <a:srgbClr val="FF6B6B"/>
                </a:solidFill>
              </a:rPr>
              <a:t>31%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Of every 100 orders shipped, 31 come back.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20624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CCCCCC"/>
                </a:solidFill>
              </a:rPr>
              <a:t>We are not here to talk about the return rate.
We are here to talk about why nobody knows why.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09360"/>
            <a:ext cx="1828800" cy="50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The bottleneck has a name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309360"/>
            <a:ext cx="1645920" cy="50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029200" cy="4114800"/>
          </a:xfrm>
          <a:prstGeom prst="rect">
            <a:avLst/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B6B"/>
                </a:solidFill>
              </a:rPr>
              <a:t>What the system captures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55EFC4"/>
                </a:solidFill>
              </a:rPr>
              <a:t>✓  Size mismatch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55EFC4"/>
                </a:solidFill>
              </a:rPr>
              <a:t>✓  Quality issue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55EFC4"/>
                </a:solidFill>
              </a:rPr>
              <a:t>✓  Damaged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49039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6B6B"/>
                </a:solidFill>
              </a:rPr>
              <a:t>✗  Other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188720"/>
            <a:ext cx="5486400" cy="4114800"/>
          </a:xfrm>
          <a:prstGeom prst="rect">
            <a:avLst/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B6B"/>
                </a:solidFill>
              </a:rPr>
              <a:t>"Other" in reality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2880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•  44% of all returns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1460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•  ~6,500 entries every week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20040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•  Free text — often Hinglish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88620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•  Read by hand, a few hundred at a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5778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"Most of it is about fit, but I can only read a few hundred at a time."  — Neha, Category Head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What unread looks like at volume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309360"/>
            <a:ext cx="1645920" cy="50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6B6B"/>
                </a:solidFill>
              </a:rPr>
              <a:t>This week's Other entries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6B6B"/>
                </a:solidFill>
              </a:rPr>
              <a:t>What Neha sees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11247120" cy="685800"/>
          </a:xfrm>
          <a:prstGeom prst="rect">
            <a:avLst/>
          </a:prstGeom>
          <a:solidFill>
            <a:srgbClr val="282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1356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6,500 returns arrive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1356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5EFC4"/>
                </a:solidFill>
              </a:rPr>
              <a:t>~200–300 read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60320"/>
            <a:ext cx="11247120" cy="685800"/>
          </a:xfrm>
          <a:prstGeom prst="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63652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Fit issues on SKU-KRT-2291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63652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6B6B"/>
                </a:solidFill>
              </a:rPr>
              <a:t>Not visible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83280"/>
            <a:ext cx="11247120" cy="685800"/>
          </a:xfrm>
          <a:prstGeom prst="rect">
            <a:avLst/>
          </a:prstGeom>
          <a:solidFill>
            <a:srgbClr val="282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45948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Tiruppur-V3 runs large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45948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6B6B"/>
                </a:solidFill>
              </a:rPr>
              <a:t>Not visible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06240"/>
            <a:ext cx="11247120" cy="685800"/>
          </a:xfrm>
          <a:prstGeom prst="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28244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Problem repeats week 5, 7, 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28244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6B6B"/>
                </a:solidFill>
              </a:rPr>
              <a:t>Not visible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D700"/>
                </a:solidFill>
              </a:rPr>
              <a:t>The signal exists. Nobody is reading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The loop that keeps running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309360"/>
            <a:ext cx="1645920" cy="50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2286000"/>
            <a:ext cx="2377440" cy="1645920"/>
          </a:xfrm>
          <a:prstGeom prst="rect">
            <a:avLst/>
          </a:prstGeom>
          <a:solidFill>
            <a:srgbClr val="2A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4231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Return
happens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83464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6B6B"/>
                </a:solidFill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86000"/>
            <a:ext cx="2377440" cy="1645920"/>
          </a:xfrm>
          <a:prstGeom prst="rect">
            <a:avLst/>
          </a:prstGeom>
          <a:solidFill>
            <a:srgbClr val="2A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24231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Logged as
"Other"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283464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6B6B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2286000"/>
            <a:ext cx="2377440" cy="1645920"/>
          </a:xfrm>
          <a:prstGeom prst="rect">
            <a:avLst/>
          </a:prstGeom>
          <a:solidFill>
            <a:srgbClr val="2A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4231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Nobody reads
at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83464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6B6B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69680" y="2286000"/>
            <a:ext cx="2377440" cy="1645920"/>
          </a:xfrm>
          <a:prstGeom prst="rect">
            <a:avLst/>
          </a:prstGeom>
          <a:solidFill>
            <a:srgbClr val="2A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24231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Same product
ships again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CCCC"/>
                </a:solidFill>
              </a:rPr>
              <a:t>↑ ─────────────────── loop ─────────────────── 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0292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6B6B"/>
                </a:solidFill>
              </a:rPr>
              <a:t>This is what we chose to solve.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What it costs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309360"/>
            <a:ext cx="1645920" cy="50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1247120" cy="1234440"/>
          </a:xfrm>
          <a:prstGeom prst="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176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6B6B"/>
                </a:solidFill>
              </a:rPr>
              <a:t>₹15 lakh+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50876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Estimated weekly reverse logistics from COD returns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11247120" cy="1234440"/>
          </a:xfrm>
          <a:prstGeom prst="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84480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6B6B"/>
                </a:solidFill>
              </a:rPr>
              <a:t>26%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97180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COD return-to-origin rate — each costs ₹120 + loses a delivery slot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206240"/>
            <a:ext cx="11247120" cy="1234440"/>
          </a:xfrm>
          <a:prstGeom prst="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0784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6B6B"/>
                </a:solidFill>
              </a:rPr>
              <a:t>6 quarters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44348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Repeat purchase stuck at 22% — unresolved fit issues are a driver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CCCCC"/>
                </a:solidFill>
              </a:rPr>
              <a:t>48,000 orders/week  ×  31% returns  ×  26% COD RTO  ×  ₹120  =  ₹15 lakh/week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What success looks like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309360"/>
            <a:ext cx="1645920" cy="50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B6B"/>
                </a:solidFill>
              </a:rPr>
              <a:t>Metric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1887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B6B"/>
                </a:solidFill>
              </a:rPr>
              <a:t>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1887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B6B"/>
                </a:solidFill>
              </a:rPr>
              <a:t>Today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11247120" cy="868680"/>
          </a:xfrm>
          <a:prstGeom prst="rect">
            <a:avLst/>
          </a:prstGeom>
          <a:solidFill>
            <a:srgbClr val="282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3040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Return rate on flagged SKUs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9304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Orders table (11M rows, clean)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193040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31% overall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34640"/>
            <a:ext cx="11247120" cy="868680"/>
          </a:xfrm>
          <a:prstGeom prst="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93624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"Other" entries with root cause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93624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Returns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9362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0% today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40480"/>
            <a:ext cx="11247120" cy="868680"/>
          </a:xfrm>
          <a:prstGeom prst="rect">
            <a:avLst/>
          </a:prstGeom>
          <a:solidFill>
            <a:srgbClr val="282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94208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Time from signal to 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9420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Manual process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394208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Days to weeks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0292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D700"/>
                </a:solidFill>
              </a:rPr>
              <a:t>Target: after 6 weeks, return rate on actioned SKUs falls below category baseline.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66928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CCCCC"/>
                </a:solidFill>
              </a:rPr>
              <a:t>All measurement uses data Dhaga already holds. No new tracking required.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It runs without an ML engineer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309360"/>
            <a:ext cx="1645920" cy="50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11247120" cy="1188720"/>
          </a:xfrm>
          <a:prstGeom prst="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392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6B6B"/>
                </a:solidFill>
              </a:rPr>
              <a:t>No model is trained.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694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CCCCC"/>
                </a:solidFill>
              </a:rPr>
              <a:t>No weights to maintain. No infrastructure to manage.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26080"/>
            <a:ext cx="11247120" cy="1188720"/>
          </a:xfrm>
          <a:prstGeom prst="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002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6B6B"/>
                </a:solidFill>
              </a:rPr>
              <a:t>Neha uploads a CSV.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32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CCCCC"/>
                </a:solidFill>
              </a:rPr>
              <a:t>The tool runs. She gets a dashboard in under 2 minutes.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389120"/>
            <a:ext cx="11247120" cy="1188720"/>
          </a:xfrm>
          <a:prstGeom prst="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465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6B6B"/>
                </a:solidFill>
              </a:rPr>
              <a:t>When it's wrong, it says so.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7955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CCCCC"/>
                </a:solidFill>
              </a:rPr>
              <a:t>Low-confidence rows are flagged for Neha's review — never silently passed through.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607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CCCCC"/>
                </a:solidFill>
              </a:rPr>
              <a:t>For Dev, CTO: whoever runs this on Monday after we leave — it is a file upload and a button.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6B6B"/>
                </a:solidFill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CCCCC"/>
                </a:solidFill>
              </a:rPr>
              <a:t>dhaga-returns-intelligence-gjb4edycvf6wmxypkyv4jq.streamlit.app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FFFFFF"/>
                </a:solidFill>
              </a:rPr>
              <a:t>We will show you where it gets it wrong — on purpose.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What the output gives Neha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309360"/>
            <a:ext cx="1645920" cy="50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6B6B"/>
                </a:solidFill>
              </a:rPr>
              <a:t>Before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•  Read 200–300 Other entries manually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•  No view across SKUs or vendors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49039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•  Root cause stays invisible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•  Same fix needed next week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097280"/>
            <a:ext cx="5486400" cy="5029200"/>
          </a:xfrm>
          <a:prstGeom prst="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1887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55EFC4"/>
                </a:solidFill>
              </a:rPr>
              <a:t>After this 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192024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•  36 entries → structured in 90 seconds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83464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•  Cluster: FIT_SIZE on Tiruppur-V3 kurtis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749039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•  Action: flag vendor, update listing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66344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•  Low-confidence rows separated for review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What we did not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309360"/>
            <a:ext cx="1645920" cy="50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1247120" cy="1188720"/>
          </a:xfrm>
          <a:prstGeom prst="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309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6B6B"/>
                </a:solidFill>
              </a:rPr>
              <a:t>Direct integration with Unicommerce / Freshdesk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61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</a:rPr>
              <a:t>What it would take: API credentials and data access from Dhaga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11247120" cy="1188720"/>
          </a:xfrm>
          <a:prstGeom prst="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7940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6B6B"/>
                </a:solidFill>
              </a:rPr>
              <a:t>410,000 product reviews as synthesis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242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</a:rPr>
              <a:t>What it would take: Indexed review corpus — enriches root cause significantly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206240"/>
            <a:ext cx="11247120" cy="1188720"/>
          </a:xfrm>
          <a:prstGeom prst="rect">
            <a:avLst/>
          </a:prstGeom>
          <a:solidFill>
            <a:srgbClr val="2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2570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6B6B"/>
                </a:solidFill>
              </a:rPr>
              <a:t>Vendor comparison across all 40 suppliers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872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CCCC"/>
                </a:solidFill>
              </a:rPr>
              <a:t>What it would take: Vendor PO table access — would name specific suppliers automatically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607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FFD700"/>
                </a:solidFill>
              </a:rPr>
              <a:t>We built a pilot. Not a production system. That distinction is intentional.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Three things we would want from Dhaga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309360"/>
            <a:ext cx="4114800" cy="50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6B6B"/>
                </a:solidFill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422400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Read access to orders + returns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803400"/>
            <a:ext cx="9784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CCCCCC"/>
                </a:solidFill>
              </a:rPr>
              <a:t>So the tool runs on live data weekly — not on CSV exports.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34640"/>
            <a:ext cx="822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6B6B"/>
                </a:solidFill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885440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 4-week pilot with Neha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266440"/>
            <a:ext cx="9784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CCCCCC"/>
                </a:solidFill>
              </a:rPr>
              <a:t>She acts on flagged SKUs. We measure whether return rate moves.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97680"/>
            <a:ext cx="822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6B6B"/>
                </a:solidFill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348480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One vendor's PO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729480"/>
            <a:ext cx="9784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CCCCCC"/>
                </a:solidFill>
              </a:rPr>
              <a:t>To test whether supplier-level patterns are visible before we build across all 40.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